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71" r:id="rId4"/>
    <p:sldId id="277" r:id="rId5"/>
    <p:sldId id="272" r:id="rId6"/>
    <p:sldId id="259" r:id="rId7"/>
    <p:sldId id="260" r:id="rId8"/>
    <p:sldId id="261" r:id="rId9"/>
    <p:sldId id="278" r:id="rId10"/>
    <p:sldId id="274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851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592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536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4743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706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101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425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328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407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489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9311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4944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4644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4500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3197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7971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385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1632F-9A98-4B3A-A821-E6FEBDFC4304}" type="datetimeFigureOut">
              <a:rPr lang="en-ZA" smtClean="0"/>
              <a:t>2021-08-20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96A9C-FF22-43E1-A745-F993E9B5114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68373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4248" y="1122363"/>
            <a:ext cx="9843752" cy="2039937"/>
          </a:xfrm>
        </p:spPr>
        <p:txBody>
          <a:bodyPr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HR Analysis</a:t>
            </a:r>
            <a:endParaRPr lang="en-ZA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91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create equality in company workforce. With various factors like gender, race, pay rate, and other factors, the company needs to end inequality in all its forms.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09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7025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Data was collected from the following servers</a:t>
            </a: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Local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HR Database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Tools used for analytics: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Excel, Power BI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Steps taken to clean data</a:t>
            </a: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Inserting functions, removing blank cells, changing values to correct format,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creating new columns.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Perform Analysis</a:t>
            </a:r>
          </a:p>
          <a:p>
            <a:pPr lvl="1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On Power BI I transformed the data further, performed statistical analysis and loaded datasets. I further modelled data an created visuals.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6124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3" y="97818"/>
            <a:ext cx="9905998" cy="1159482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HR ANALYSIS OVERVIEW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562" y="1257300"/>
            <a:ext cx="9232900" cy="5118100"/>
          </a:xfrm>
        </p:spPr>
      </p:pic>
    </p:spTree>
    <p:extLst>
      <p:ext uri="{BB962C8B-B14F-4D97-AF65-F5344CB8AC3E}">
        <p14:creationId xmlns:p14="http://schemas.microsoft.com/office/powerpoint/2010/main" val="403910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124419"/>
          </a:xfrm>
        </p:spPr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 performed an analysis on the HR dataset to see if there were any inequalities and my findings were as follows:</a:t>
            </a: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Firstly the opportunities between females and males are not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equal as the percentage of employed females is 58%.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Secondly, about 63% of the employees in the dataset are white, according to race description.</a:t>
            </a: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Most employees are single and are within the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ages of 20 to 45 when they are employed.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Only 58% of the employees in the dataset are still actively employed, and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in the other 48%, most people have left for better opportunities.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Lastly there is pay rate gaps between races, sex and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positions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occupied.</a:t>
            </a:r>
            <a:endParaRPr lang="en-Z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29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7410" y="1854200"/>
            <a:ext cx="4878389" cy="3937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Number of employees by sex</a:t>
            </a:r>
          </a:p>
          <a:p>
            <a:pPr lvl="1"/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There is significant gap between female and male employees with females taking up over 57% of the work force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However most females are in the Production department, which has the lowest pay scale.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Z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100" y="1854200"/>
            <a:ext cx="4864100" cy="4648200"/>
          </a:xfrm>
        </p:spPr>
      </p:pic>
    </p:spTree>
    <p:extLst>
      <p:ext uri="{BB962C8B-B14F-4D97-AF65-F5344CB8AC3E}">
        <p14:creationId xmlns:p14="http://schemas.microsoft.com/office/powerpoint/2010/main" val="1585870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1" y="1778000"/>
            <a:ext cx="4484690" cy="401320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Number of employees by race description</a:t>
            </a:r>
          </a:p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Over 60% of the employees are white people, and the other 37% is split between other race like Asian, Blacks, American, etc.</a:t>
            </a:r>
          </a:p>
          <a:p>
            <a:pPr lvl="1"/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Considering that 90% of the work force is U.S citizens, there is clearly inequality in race in this company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700" y="1765300"/>
            <a:ext cx="5245100" cy="4419600"/>
          </a:xfrm>
        </p:spPr>
      </p:pic>
    </p:spTree>
    <p:extLst>
      <p:ext uri="{BB962C8B-B14F-4D97-AF65-F5344CB8AC3E}">
        <p14:creationId xmlns:p14="http://schemas.microsoft.com/office/powerpoint/2010/main" val="241892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5201" y="1765300"/>
            <a:ext cx="4838700" cy="4025900"/>
          </a:xfrm>
        </p:spPr>
        <p:txBody>
          <a:bodyPr/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Number of employees by Marital description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There is a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inequity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on Divorced, Widowed, and separated individuals in the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company.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300" y="1765300"/>
            <a:ext cx="4965700" cy="4025900"/>
          </a:xfrm>
        </p:spPr>
      </p:pic>
    </p:spTree>
    <p:extLst>
      <p:ext uri="{BB962C8B-B14F-4D97-AF65-F5344CB8AC3E}">
        <p14:creationId xmlns:p14="http://schemas.microsoft.com/office/powerpoint/2010/main" val="3178173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Pay rate by Racial Description</a:t>
            </a:r>
            <a:endParaRPr lang="en-ZA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49486"/>
            <a:ext cx="4875213" cy="4227514"/>
          </a:xfrm>
        </p:spPr>
      </p:pic>
    </p:spTree>
    <p:extLst>
      <p:ext uri="{BB962C8B-B14F-4D97-AF65-F5344CB8AC3E}">
        <p14:creationId xmlns:p14="http://schemas.microsoft.com/office/powerpoint/2010/main" val="892775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1828800"/>
            <a:ext cx="4878389" cy="39624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Top 10 employment sources by cost and number of employees</a:t>
            </a:r>
            <a:endParaRPr lang="en-Z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560" y="1828800"/>
            <a:ext cx="5087439" cy="3962400"/>
          </a:xfrm>
        </p:spPr>
      </p:pic>
    </p:spTree>
    <p:extLst>
      <p:ext uri="{BB962C8B-B14F-4D97-AF65-F5344CB8AC3E}">
        <p14:creationId xmlns:p14="http://schemas.microsoft.com/office/powerpoint/2010/main" val="362857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41813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While there is high number of female employees, they are mostly in the Production department which has the lowest pay rate. The top 10 pay rate in this department are 9 white males and one white female.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Females who occupy the leadership positions like CIO and President have a very low pay rate for the assumed position.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There is a pay rate gap between racial groups, with whites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earning more than 40% more than other races. Again white males also have the high pay rates than females.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There is misallocation of funds in the hiring sources used. Spending $7700 on one employee, while spending $5760 on 24 employees does not make any sense. There is either a discrepancy is misappropriation of funds there.</a:t>
            </a:r>
          </a:p>
          <a:p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87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26418"/>
            <a:ext cx="9905998" cy="147857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04988"/>
            <a:ext cx="9905999" cy="4357375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There should be more females in other department and their pay rates should equate to at least the average pay rate in that role, not less.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race difference is too high, the hiring managers should focus on getting more Blacks, Indian Americans, Asians, and other races into their work force, especially U.S citizens.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Over the next months, money should be spent on skills development, instead of hiring outside because about 15% of the employees have left because of issues relating to career advancement, more money, etc.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 roles have different salary ranges, however, there shouldn’t be different pay rates in the same, whether it’s different genders, race or anything else.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managers need to be trained on creating equality in the workplace, because they contribute greatly on the hiring process, and post hiring culture of the company.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150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2363</TotalTime>
  <Words>663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Tw Cen MT</vt:lpstr>
      <vt:lpstr>Circuit</vt:lpstr>
      <vt:lpstr>HR Analysis</vt:lpstr>
      <vt:lpstr>Business PROBLEM</vt:lpstr>
      <vt:lpstr>METHODOLOGY</vt:lpstr>
      <vt:lpstr>HR ANALYSIS OVERVIEW</vt:lpstr>
      <vt:lpstr>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</vt:lpstr>
      <vt:lpstr>Recommendations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Analysis</dc:title>
  <dc:creator>Lithimo</dc:creator>
  <cp:lastModifiedBy>Lithimo</cp:lastModifiedBy>
  <cp:revision>52</cp:revision>
  <dcterms:created xsi:type="dcterms:W3CDTF">2021-08-17T11:53:11Z</dcterms:created>
  <dcterms:modified xsi:type="dcterms:W3CDTF">2021-08-21T02:55:09Z</dcterms:modified>
</cp:coreProperties>
</file>